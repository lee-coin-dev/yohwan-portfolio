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6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16"/>
    <p:restoredTop sz="94658"/>
  </p:normalViewPr>
  <p:slideViewPr>
    <p:cSldViewPr snapToGrid="0" showGuides="1">
      <p:cViewPr>
        <p:scale>
          <a:sx n="91" d="100"/>
          <a:sy n="91" d="100"/>
        </p:scale>
        <p:origin x="264" y="8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4F71-D743-9CF0-3651-3254C3E7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BEACB-E574-15E6-F1DD-4B43703EA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809E5-CFD7-F6EB-997E-D818C7DD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76B36-CED5-BABC-54BE-434121DF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96C77-E52A-4F30-B26A-702461B5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769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2E82-B1A7-B100-0E7A-BA1D7C9F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2B5F-1A72-ED6B-B2B3-76B65D3C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D7AE0-C997-67AB-C1DB-9C75D7C0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7FE2-F34E-446E-67EC-994572E9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AA18-3883-E91C-1B25-C3007839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446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FBEA-4908-7E75-C01F-72633B07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55587-0027-D878-E7EA-9C20AF72B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C3B52-2E49-A80E-E03C-F04CC526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6B18-FD5E-1963-2FDD-227BEAD8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63614-9A46-A3E7-25A2-0D3F07A60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6072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31A8-B6AD-ECD9-BE24-4F2AE982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9948C-ED25-4C48-A9D9-6FD753011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40749-A844-B402-25AB-1D72EA9EB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44AE-7037-0393-8B49-6FE2C665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E1C01-D58F-747E-3AB9-03F15E64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B3243-6A82-27FE-8886-6A3110CA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7338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993F-5067-F221-95F2-0936B84D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7433A-1A8A-2125-C082-C709AA015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69FCA-D537-3217-9A6C-87E5A7F71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A522-F018-CA82-E615-52FAB8A62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CF958-FAC0-BC59-6574-9F2F4D9BF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69CB1-14E7-685A-9F06-B0506DC4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07565-34C4-2B7F-F7EC-0053F1F1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3CA7F-480E-DF48-506A-CA0A2948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127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3422-9CE1-AF8C-057D-E1CFA23F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58AA0-3F93-389F-37D9-597CB2A9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40D23-9121-6DF7-F483-BA55B461B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85678-98FE-5209-A909-E70F6DD22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1155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6EDB0-3B72-E81B-1C14-91DD14D3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938A3-6151-2C87-8F7D-5ABB2F17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76179-DC61-E60F-3142-AFBD9830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7189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0CDF-03B1-27AF-B249-6C8E700A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9D3AF-1BFD-1E62-F588-C6DC04E5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47F2A-E2A0-5FBF-B59A-6C6CA00F9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4D858-C6AA-3DBB-A16E-4D702999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4EEDC-28A5-E267-C514-EBB76E37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D7388-C467-32A5-E7F7-4E348D72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0483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CAC7-0479-5A78-58A4-8C227851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AD56F-70BE-58B0-0EBC-2EA0B59A7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E5B14-E5AB-8085-052A-9FE629504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97B0A-9010-2C15-6CB8-5006556C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A427D-8C07-C05F-9CC6-FBBD3F58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1B550-4855-85AB-5927-0C572989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2142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18DC-DA95-5378-321E-2EDD6D21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EF77C-3AA8-3134-6342-847ABDF31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E20C-AF1A-0E1F-D646-7CDB7116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C0AF1-B8C0-8C05-0B5C-95C8D881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6A52-1300-5EDA-0EED-EB51CB1E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856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7E0F2-A1FB-EA69-9DFF-F6E577F1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5EE17-0A86-BCA8-55E6-2581412C3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48ED9-DE90-67D8-974F-43D3B8E9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55565-3CBA-0906-0D20-385A4A11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FE1FF-A5F8-CFC7-939E-618F2B49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8832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9B728-5AAD-9509-DF71-ACFAFC29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12F60-1BA6-9B1C-6B04-2BCAE1D1C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335F-4BF8-6EBF-FDFA-682A751B7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33E1C-F2DE-634F-8542-60E538AB9772}" type="datetimeFigureOut">
              <a:rPr lang="en-KR" smtClean="0"/>
              <a:t>6/25/26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47BF-59D4-11B2-2EAA-76048BA21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4B28A-074E-18D5-B9A5-A3AD87E55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E2F0F-3B89-2C45-887F-2306B9D1848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625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05530-80F8-D9CD-CF15-F82BAEBB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93A16F2-AC1F-B6E0-3C3B-68ABDF2CA9BA}"/>
              </a:ext>
            </a:extLst>
          </p:cNvPr>
          <p:cNvSpPr/>
          <p:nvPr/>
        </p:nvSpPr>
        <p:spPr>
          <a:xfrm>
            <a:off x="7675944" y="0"/>
            <a:ext cx="4516056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37FC1-E2C5-8C79-359F-A485B39F3D52}"/>
              </a:ext>
            </a:extLst>
          </p:cNvPr>
          <p:cNvSpPr/>
          <p:nvPr/>
        </p:nvSpPr>
        <p:spPr>
          <a:xfrm>
            <a:off x="0" y="0"/>
            <a:ext cx="4759124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429C6-D44D-0B94-F14F-F75F603FE812}"/>
              </a:ext>
            </a:extLst>
          </p:cNvPr>
          <p:cNvSpPr txBox="1"/>
          <p:nvPr/>
        </p:nvSpPr>
        <p:spPr>
          <a:xfrm>
            <a:off x="2916820" y="1982450"/>
            <a:ext cx="44099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8800" b="1" dirty="0">
                <a:solidFill>
                  <a:schemeClr val="bg1"/>
                </a:solidFill>
                <a:latin typeface="Noto Sans KR" panose="020B0500000000000000" pitchFamily="34" charset="-128"/>
                <a:ea typeface="Noto Sans KR" panose="020B0500000000000000" pitchFamily="34" charset="-128"/>
              </a:rPr>
              <a:t>JOHN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8B443-93C2-EF5B-AD7B-A7F20FC82F71}"/>
              </a:ext>
            </a:extLst>
          </p:cNvPr>
          <p:cNvSpPr txBox="1"/>
          <p:nvPr/>
        </p:nvSpPr>
        <p:spPr>
          <a:xfrm>
            <a:off x="5802775" y="3164997"/>
            <a:ext cx="44099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8800" b="1" dirty="0">
                <a:solidFill>
                  <a:schemeClr val="bg1"/>
                </a:solidFill>
                <a:latin typeface="Noto Sans KR" panose="020B0500000000000000" pitchFamily="34" charset="-128"/>
                <a:ea typeface="Noto Sans KR" panose="020B0500000000000000" pitchFamily="34" charset="-128"/>
              </a:rPr>
              <a:t>KIM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A3B84F-3A2E-EE59-E047-FF5B732C43E0}"/>
              </a:ext>
            </a:extLst>
          </p:cNvPr>
          <p:cNvCxnSpPr/>
          <p:nvPr/>
        </p:nvCxnSpPr>
        <p:spPr>
          <a:xfrm flipH="1">
            <a:off x="775503" y="1331089"/>
            <a:ext cx="359972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dash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25F677-0A01-CF4E-35CC-1AC09F60FEB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034759" y="5615652"/>
            <a:ext cx="3599727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dash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515A15-629C-B715-A7B6-FBCF1581CFA9}"/>
              </a:ext>
            </a:extLst>
          </p:cNvPr>
          <p:cNvSpPr txBox="1"/>
          <p:nvPr/>
        </p:nvSpPr>
        <p:spPr>
          <a:xfrm>
            <a:off x="914400" y="625033"/>
            <a:ext cx="346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Move rectangle/Text ”JOHN” to left upon scroll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EA0C0-CF4E-AB7E-72D4-70EA1CF4D370}"/>
              </a:ext>
            </a:extLst>
          </p:cNvPr>
          <p:cNvSpPr txBox="1"/>
          <p:nvPr/>
        </p:nvSpPr>
        <p:spPr>
          <a:xfrm>
            <a:off x="8007752" y="4909555"/>
            <a:ext cx="346083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Move rectangle/Text “KIM” to right upon scroll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34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37ED3-2237-D00A-D5CE-3D61EADC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A87EF46-2795-7A91-1FAB-0B26C3F264EE}"/>
              </a:ext>
            </a:extLst>
          </p:cNvPr>
          <p:cNvSpPr/>
          <p:nvPr/>
        </p:nvSpPr>
        <p:spPr>
          <a:xfrm>
            <a:off x="5967713" y="3300713"/>
            <a:ext cx="256573" cy="25657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2DE85E-E374-698F-54BA-104646CB8546}"/>
              </a:ext>
            </a:extLst>
          </p:cNvPr>
          <p:cNvSpPr/>
          <p:nvPr/>
        </p:nvSpPr>
        <p:spPr>
          <a:xfrm>
            <a:off x="5811696" y="3144696"/>
            <a:ext cx="568607" cy="56860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E5B25D-2E2F-1B81-1127-F564FE02AB81}"/>
              </a:ext>
            </a:extLst>
          </p:cNvPr>
          <p:cNvSpPr/>
          <p:nvPr/>
        </p:nvSpPr>
        <p:spPr>
          <a:xfrm>
            <a:off x="5570918" y="2903918"/>
            <a:ext cx="1050162" cy="1050162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B42C46-8733-DFB0-E503-755CEE7950B4}"/>
              </a:ext>
            </a:extLst>
          </p:cNvPr>
          <p:cNvSpPr/>
          <p:nvPr/>
        </p:nvSpPr>
        <p:spPr>
          <a:xfrm>
            <a:off x="5379936" y="2712935"/>
            <a:ext cx="1432127" cy="143212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5CC943-B955-594D-9D74-B35858EBF087}"/>
              </a:ext>
            </a:extLst>
          </p:cNvPr>
          <p:cNvSpPr/>
          <p:nvPr/>
        </p:nvSpPr>
        <p:spPr>
          <a:xfrm>
            <a:off x="5153054" y="2486054"/>
            <a:ext cx="1885891" cy="1885891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BFA6ED-D933-4F3D-9127-73E3DDFBD568}"/>
              </a:ext>
            </a:extLst>
          </p:cNvPr>
          <p:cNvSpPr/>
          <p:nvPr/>
        </p:nvSpPr>
        <p:spPr>
          <a:xfrm>
            <a:off x="4908245" y="2241245"/>
            <a:ext cx="2375509" cy="2375509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BF6900-4A07-FFAF-0AA3-BB8330AFF18F}"/>
              </a:ext>
            </a:extLst>
          </p:cNvPr>
          <p:cNvSpPr/>
          <p:nvPr/>
        </p:nvSpPr>
        <p:spPr>
          <a:xfrm>
            <a:off x="4644968" y="1977968"/>
            <a:ext cx="2902063" cy="2902063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3D9D11-3F3F-728C-C252-DAD5F659BCA8}"/>
              </a:ext>
            </a:extLst>
          </p:cNvPr>
          <p:cNvSpPr/>
          <p:nvPr/>
        </p:nvSpPr>
        <p:spPr>
          <a:xfrm>
            <a:off x="4385755" y="1718755"/>
            <a:ext cx="3420490" cy="342049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8B73C1-F7D6-4006-2196-F9C093460C6D}"/>
              </a:ext>
            </a:extLst>
          </p:cNvPr>
          <p:cNvSpPr/>
          <p:nvPr/>
        </p:nvSpPr>
        <p:spPr>
          <a:xfrm>
            <a:off x="4098862" y="1431862"/>
            <a:ext cx="3994275" cy="399427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47B8F7A-D7DA-297F-4167-30EF2210DB86}"/>
              </a:ext>
            </a:extLst>
          </p:cNvPr>
          <p:cNvSpPr/>
          <p:nvPr/>
        </p:nvSpPr>
        <p:spPr>
          <a:xfrm>
            <a:off x="3811675" y="1144674"/>
            <a:ext cx="4568647" cy="456864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B64394-81C8-63D5-4D0E-00CDA420D350}"/>
              </a:ext>
            </a:extLst>
          </p:cNvPr>
          <p:cNvSpPr/>
          <p:nvPr/>
        </p:nvSpPr>
        <p:spPr>
          <a:xfrm>
            <a:off x="3522980" y="855980"/>
            <a:ext cx="5146039" cy="5146039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32A7C77-23B2-6151-1B37-BE197C66E565}"/>
              </a:ext>
            </a:extLst>
          </p:cNvPr>
          <p:cNvSpPr/>
          <p:nvPr/>
        </p:nvSpPr>
        <p:spPr>
          <a:xfrm>
            <a:off x="3171188" y="504190"/>
            <a:ext cx="5849620" cy="584962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D2C855-D0DE-C605-CC72-8452979AA8E1}"/>
              </a:ext>
            </a:extLst>
          </p:cNvPr>
          <p:cNvSpPr/>
          <p:nvPr/>
        </p:nvSpPr>
        <p:spPr>
          <a:xfrm>
            <a:off x="2867490" y="200487"/>
            <a:ext cx="6457020" cy="645702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F133637-A404-11EF-4B06-670A3052933E}"/>
              </a:ext>
            </a:extLst>
          </p:cNvPr>
          <p:cNvSpPr/>
          <p:nvPr/>
        </p:nvSpPr>
        <p:spPr>
          <a:xfrm>
            <a:off x="2471401" y="-195599"/>
            <a:ext cx="7249198" cy="724919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785E28-250D-A951-AC19-F4FB7EDB218D}"/>
              </a:ext>
            </a:extLst>
          </p:cNvPr>
          <p:cNvSpPr txBox="1"/>
          <p:nvPr/>
        </p:nvSpPr>
        <p:spPr>
          <a:xfrm>
            <a:off x="223523" y="200487"/>
            <a:ext cx="3460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Pulse-like animation from the center.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77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Tuning Fork with solid fill">
            <a:extLst>
              <a:ext uri="{FF2B5EF4-FFF2-40B4-BE49-F238E27FC236}">
                <a16:creationId xmlns:a16="http://schemas.microsoft.com/office/drawing/2014/main" id="{03108189-42EC-4AA9-9D4E-24907F31D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6462" y="2486319"/>
            <a:ext cx="1885362" cy="1885362"/>
          </a:xfrm>
          <a:prstGeom prst="rect">
            <a:avLst/>
          </a:prstGeom>
        </p:spPr>
      </p:pic>
      <p:pic>
        <p:nvPicPr>
          <p:cNvPr id="6" name="Graphic 5" descr="Tuning Fork with solid fill">
            <a:extLst>
              <a:ext uri="{FF2B5EF4-FFF2-40B4-BE49-F238E27FC236}">
                <a16:creationId xmlns:a16="http://schemas.microsoft.com/office/drawing/2014/main" id="{4EDEA3AE-1F7D-D78D-939D-2227C080B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7694" y="2486319"/>
            <a:ext cx="1885362" cy="1885362"/>
          </a:xfrm>
          <a:prstGeom prst="rect">
            <a:avLst/>
          </a:prstGeom>
        </p:spPr>
      </p:pic>
      <p:pic>
        <p:nvPicPr>
          <p:cNvPr id="7" name="Graphic 6" descr="Tuning Fork with solid fill">
            <a:extLst>
              <a:ext uri="{FF2B5EF4-FFF2-40B4-BE49-F238E27FC236}">
                <a16:creationId xmlns:a16="http://schemas.microsoft.com/office/drawing/2014/main" id="{3085CF0A-333E-F266-4D99-EF223F310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5230" y="2486319"/>
            <a:ext cx="1885362" cy="18853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075C944-0BF3-83BD-B3B0-3F90036E27A1}"/>
              </a:ext>
            </a:extLst>
          </p:cNvPr>
          <p:cNvSpPr txBox="1"/>
          <p:nvPr/>
        </p:nvSpPr>
        <p:spPr>
          <a:xfrm>
            <a:off x="573573" y="663474"/>
            <a:ext cx="3460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 hover effect for tuning forks. 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Upon clicking each tuning forks, zoom into that specific tuning forks to be appeared like #4 slide.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E68DCA-4A53-3C6D-F8F9-4BF32E84FC33}"/>
              </a:ext>
            </a:extLst>
          </p:cNvPr>
          <p:cNvSpPr txBox="1"/>
          <p:nvPr/>
        </p:nvSpPr>
        <p:spPr>
          <a:xfrm>
            <a:off x="967621" y="4572000"/>
            <a:ext cx="2080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/>
                </a:solidFill>
              </a:rPr>
              <a:t>Title_Subpage</a:t>
            </a:r>
          </a:p>
          <a:p>
            <a:pPr algn="ctr"/>
            <a:endParaRPr lang="en-KR" dirty="0">
              <a:solidFill>
                <a:schemeClr val="bg1"/>
              </a:solidFill>
            </a:endParaRPr>
          </a:p>
          <a:p>
            <a:pPr algn="ctr"/>
            <a:r>
              <a:rPr lang="en-KR" dirty="0">
                <a:solidFill>
                  <a:schemeClr val="bg1"/>
                </a:solidFill>
              </a:rPr>
              <a:t>Brief Description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66DC7F-39B2-F9FF-05A6-1C8C25053744}"/>
              </a:ext>
            </a:extLst>
          </p:cNvPr>
          <p:cNvSpPr txBox="1"/>
          <p:nvPr/>
        </p:nvSpPr>
        <p:spPr>
          <a:xfrm>
            <a:off x="5055710" y="4572000"/>
            <a:ext cx="2080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/>
                </a:solidFill>
              </a:rPr>
              <a:t>Title_Subpage</a:t>
            </a:r>
          </a:p>
          <a:p>
            <a:pPr algn="ctr"/>
            <a:endParaRPr lang="en-KR" dirty="0">
              <a:solidFill>
                <a:schemeClr val="bg1"/>
              </a:solidFill>
            </a:endParaRPr>
          </a:p>
          <a:p>
            <a:pPr algn="ctr"/>
            <a:r>
              <a:rPr lang="en-KR" dirty="0">
                <a:solidFill>
                  <a:schemeClr val="bg1"/>
                </a:solidFill>
              </a:rPr>
              <a:t>Brief Description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005469-06F1-26DA-4B16-B93F7EF013A3}"/>
              </a:ext>
            </a:extLst>
          </p:cNvPr>
          <p:cNvSpPr txBox="1"/>
          <p:nvPr/>
        </p:nvSpPr>
        <p:spPr>
          <a:xfrm>
            <a:off x="9150085" y="4572000"/>
            <a:ext cx="2080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/>
                </a:solidFill>
              </a:rPr>
              <a:t>Title_Subpage</a:t>
            </a:r>
          </a:p>
          <a:p>
            <a:pPr algn="ctr"/>
            <a:endParaRPr lang="en-KR" dirty="0">
              <a:solidFill>
                <a:schemeClr val="bg1"/>
              </a:solidFill>
            </a:endParaRPr>
          </a:p>
          <a:p>
            <a:pPr algn="ctr"/>
            <a:r>
              <a:rPr lang="en-KR" dirty="0">
                <a:solidFill>
                  <a:schemeClr val="bg1"/>
                </a:solidFill>
              </a:rPr>
              <a:t>Brief Description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BE7640-5D42-13D9-A519-49C96577B536}"/>
              </a:ext>
            </a:extLst>
          </p:cNvPr>
          <p:cNvSpPr txBox="1"/>
          <p:nvPr/>
        </p:nvSpPr>
        <p:spPr>
          <a:xfrm>
            <a:off x="8459959" y="1496312"/>
            <a:ext cx="3460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Make each tuning forks as having metallic silver color – so that they can appear to be realistic.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5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FF4C1-4338-3D34-C472-E8A00BF1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Tuning Fork with solid fill">
            <a:extLst>
              <a:ext uri="{FF2B5EF4-FFF2-40B4-BE49-F238E27FC236}">
                <a16:creationId xmlns:a16="http://schemas.microsoft.com/office/drawing/2014/main" id="{B06058C8-EA78-2312-3578-1AEE1AD8D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182218" y="1351998"/>
            <a:ext cx="14835503" cy="14835503"/>
          </a:xfrm>
          <a:prstGeom prst="rect">
            <a:avLst/>
          </a:prstGeom>
        </p:spPr>
      </p:pic>
      <p:pic>
        <p:nvPicPr>
          <p:cNvPr id="3" name="Graphic 2" descr="Violin with solid fill">
            <a:extLst>
              <a:ext uri="{FF2B5EF4-FFF2-40B4-BE49-F238E27FC236}">
                <a16:creationId xmlns:a16="http://schemas.microsoft.com/office/drawing/2014/main" id="{C41BAA07-C2CC-B8D5-9D2E-ADEFBE25F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2011" y="1802757"/>
            <a:ext cx="2202083" cy="22020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43DE3C-0CE6-7A93-E60C-BEBD859E0572}"/>
              </a:ext>
            </a:extLst>
          </p:cNvPr>
          <p:cNvSpPr txBox="1"/>
          <p:nvPr/>
        </p:nvSpPr>
        <p:spPr>
          <a:xfrm>
            <a:off x="7901062" y="4363656"/>
            <a:ext cx="3483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Violin Section</a:t>
            </a:r>
          </a:p>
          <a:p>
            <a:pPr algn="ctr"/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Brief Description</a:t>
            </a:r>
          </a:p>
        </p:txBody>
      </p:sp>
    </p:spTree>
    <p:extLst>
      <p:ext uri="{BB962C8B-B14F-4D97-AF65-F5344CB8AC3E}">
        <p14:creationId xmlns:p14="http://schemas.microsoft.com/office/powerpoint/2010/main" val="262679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18A8B-7D79-9B96-F7B8-3F9493CB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Tuning Fork with solid fill">
            <a:extLst>
              <a:ext uri="{FF2B5EF4-FFF2-40B4-BE49-F238E27FC236}">
                <a16:creationId xmlns:a16="http://schemas.microsoft.com/office/drawing/2014/main" id="{34FBE7BD-B8BF-475C-BBAB-8CE6CAF83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182218" y="1351998"/>
            <a:ext cx="14835503" cy="14835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9EE044-6C20-6AD3-EB45-433675C530AD}"/>
              </a:ext>
            </a:extLst>
          </p:cNvPr>
          <p:cNvSpPr txBox="1"/>
          <p:nvPr/>
        </p:nvSpPr>
        <p:spPr>
          <a:xfrm>
            <a:off x="7901062" y="4363656"/>
            <a:ext cx="3483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Alchemy Section</a:t>
            </a:r>
          </a:p>
          <a:p>
            <a:pPr algn="ctr"/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Brief Description</a:t>
            </a:r>
          </a:p>
        </p:txBody>
      </p:sp>
      <p:pic>
        <p:nvPicPr>
          <p:cNvPr id="5" name="Graphic 4" descr="Potion with solid fill">
            <a:extLst>
              <a:ext uri="{FF2B5EF4-FFF2-40B4-BE49-F238E27FC236}">
                <a16:creationId xmlns:a16="http://schemas.microsoft.com/office/drawing/2014/main" id="{69E46BCC-B156-1F87-FA80-ADD48DFFB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6589" y="1591364"/>
            <a:ext cx="2532926" cy="253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65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B185C-01D7-0569-CC5C-B2A5EA50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Tuning Fork with solid fill">
            <a:extLst>
              <a:ext uri="{FF2B5EF4-FFF2-40B4-BE49-F238E27FC236}">
                <a16:creationId xmlns:a16="http://schemas.microsoft.com/office/drawing/2014/main" id="{A2C8F480-58AD-77FE-A0D4-6A50693AEA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182218" y="1351998"/>
            <a:ext cx="14835503" cy="148355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9AF48-E46D-4457-9499-77E88806F7AB}"/>
              </a:ext>
            </a:extLst>
          </p:cNvPr>
          <p:cNvSpPr txBox="1"/>
          <p:nvPr/>
        </p:nvSpPr>
        <p:spPr>
          <a:xfrm>
            <a:off x="7901062" y="4363656"/>
            <a:ext cx="3483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Rowing Section</a:t>
            </a:r>
          </a:p>
          <a:p>
            <a:pPr algn="ctr"/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Brief Description</a:t>
            </a:r>
          </a:p>
        </p:txBody>
      </p:sp>
      <p:pic>
        <p:nvPicPr>
          <p:cNvPr id="5" name="Graphic 4" descr="Sailboat with solid fill">
            <a:extLst>
              <a:ext uri="{FF2B5EF4-FFF2-40B4-BE49-F238E27FC236}">
                <a16:creationId xmlns:a16="http://schemas.microsoft.com/office/drawing/2014/main" id="{0FC56FF3-8DC5-F30D-FA38-3EEF0C622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545" y="1972363"/>
            <a:ext cx="2237479" cy="223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2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103</Words>
  <Application>Microsoft Macintosh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Noto Sans KR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Juhwa Lee</dc:creator>
  <cp:lastModifiedBy>Juhwa Lee</cp:lastModifiedBy>
  <cp:revision>6</cp:revision>
  <dcterms:created xsi:type="dcterms:W3CDTF">2026-06-25T05:21:53Z</dcterms:created>
  <dcterms:modified xsi:type="dcterms:W3CDTF">2026-06-25T05:59:30Z</dcterms:modified>
</cp:coreProperties>
</file>